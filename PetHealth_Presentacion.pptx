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5BA4E0">
              <a:alpha val="30000"/>
            </a:srgbClr>
          </a:solidFill>
          <a:ln w="12700">
            <a:solidFill>
              <a:srgbClr val="5BA4E0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45720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PetHealth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Preventiva de Salud de Mascotas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36576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 •  SC-502 Ambiente Web Cliente/Servidor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Fidelitas —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Mora C.  •  Axel Segura A.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Edmilson Flores S.  •  Walter Chacón 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1097280"/>
            <a:ext cx="2286000" cy="347472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5BA4E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2029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27797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29400" y="35295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problema?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88720"/>
            <a:ext cx="27432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organizado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dueños dependen de medios informales: notas, memoria o recordatorios dispersos.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7432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💉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42900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Olvidos en vacunación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2900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en vacunas y desparasitación aumentan la vulnerabilidad animal ante enfermedades.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188720"/>
            <a:ext cx="27432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35508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preventivas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actúan cuando el problema ya ocurrió, no antes.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principalmente a dueños primerizos, pero también a propietarios con experiencia a nivel nacional e internacional.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La Solución: PetHealth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para gestionar de forma organizada la salud preventiva de las mascotas: vacunas, desparasitación y citas veterinarias.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221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usuarios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624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seguro de login y registro con validación de datos.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1488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2221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mascotas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624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nombre, especie, raza, edad, peso y observaciones.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salud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40416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vacunas, desparasitaciones y citas veterinarias.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5661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40416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para eventos próximos o vencidos.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Stack Tecnológico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201168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las pantallas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87168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188720"/>
            <a:ext cx="1965960" cy="20116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78608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78608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y estilos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08576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188720"/>
            <a:ext cx="1965960" cy="20116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00016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0016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Interactividad y lógica del cliente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9984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1188720"/>
            <a:ext cx="1965960" cy="201168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🅱️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21424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21424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UI y diseño responsive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BF3FA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Arquitectura Frontend (SPA) — Persistencia con localStorage/sessionStorage  •  Sin frameworks de terceros en la lógica principal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Módulos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36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index.html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y punto de entrada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854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Auth/ login &amp; registro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4048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usuarios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9748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340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PanelAdmin/dashboard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953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control principal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Mascotas/mascotas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5021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mascotas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9476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Eventos/eventos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050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salud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4340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79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Reportes/reportes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599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historial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60020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60020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utils.js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compartidas: validación, alertas, sesión, fechas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3774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37744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auth.js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92040" y="2715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registro y persistencia de usuarios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1546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15468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mascotas.js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92040" y="3493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mascotas con localStorage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9319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93192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eventos.js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892040" y="42702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clasificación automática de eventos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Diseño de Base de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usuarios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id_usuario (PK INT)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nombre VARCHAR(100)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correo VARCHAR(150)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contraseña VARCHAR(255)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fecha_registro DATETIME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43000"/>
            <a:ext cx="4114800" cy="384048"/>
          </a:xfrm>
          <a:prstGeom prst="rect">
            <a:avLst/>
          </a:prstGeom>
          <a:solidFill>
            <a:srgbClr val="5BA4E0"/>
          </a:solidFill>
          <a:ln w="12700">
            <a:solidFill>
              <a:srgbClr val="5BA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mascotas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id_mascota (PK INT)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856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id_usuario (FK)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nombre VARCHAR(80)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258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especie, raza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459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edad INT, peso DECIMAL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660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observaciones 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63240"/>
            <a:ext cx="411480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eventos_salud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id_evento (PK INT)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id_mascota (FK)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977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tipo_evento VARCHAR(80)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178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fecha 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379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descripcion TEXT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581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estado VARCHAR(20)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63240"/>
            <a:ext cx="411480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recordatorios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id_recordatorio (PK INT)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id_evento (FK)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977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fecha_alerta DATETIME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178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mensaje VARCHAR(255)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379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enviado TINYINT(1)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usuarios 1:N mascotas  •  mascotas 1:N eventos_salud  •  eventos_salud 1:N recordatorios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Funcionalidades Implementadas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618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 con validación de correo, contraseña y verificación de duplicados.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mascotas (CRUD)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618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visualizar y eliminar mascotas con datos completos y persistencia en localStorage.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eventos de salud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8986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vacunas, desparasitaciones y citas con clasificación automática de estado.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423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42316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743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por color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8986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visuales: 🟢 Al día, 🟡 Próximo (≤30 días), 🔴 Vencido — calculados automáticamente.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0332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23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centralizado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178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resumen con contadores dinámicos y últimos 5 eventos al iniciar sesión.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0332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23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0680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salud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178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cronológica de todos los eventos por mascota con modal interactivo.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PetHealth vs. Soluciones Existentes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83080"/>
                <a:gridCol w="1783080"/>
                <a:gridCol w="1783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🐾 PetHealth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PetDesk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Pet First Aid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Control directo del propietario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Registro personalizado por mascota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Alertas automáticas de vencimiento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Sin registro institucional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Sin costo de suscripción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Diseño responsive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Conclusiones y Mejoras Futuras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funcional sin dependencia de frameworks de lógica.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22576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95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 de responsabilidades entre módulos JS.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8986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responsive adaptada a móvil y escritorio.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29584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502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automáticas por estado de fecha.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33088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1056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documentado en GitHub.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60020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73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1709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PHP + MySQL 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20370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76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94960" y="2313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por correo electrónico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80720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29169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al dispositivo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41071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483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94960" y="3520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encriptadas con bcrypt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01421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087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94960" y="41239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perfil para cada mascota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5BA4E0">
              <a:alpha val="35000"/>
            </a:srgbClr>
          </a:solidFill>
          <a:ln w="12700">
            <a:solidFill>
              <a:srgbClr val="5BA4E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🐾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PetHealth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 bienestar de tu mascota no debería depender de la memoria.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 •  SC-502  •  Universidad Fidelitas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PetHealth - Gestión Preventiva de Salud de Mascotas</dc:title>
  <dc:subject>PptxGenJS Presentation</dc:subject>
  <dc:creator>PptxGenJS</dc:creator>
  <cp:lastModifiedBy>PptxGenJS</cp:lastModifiedBy>
  <cp:revision>1</cp:revision>
  <dcterms:created xsi:type="dcterms:W3CDTF">2026-04-13T20:48:43Z</dcterms:created>
  <dcterms:modified xsi:type="dcterms:W3CDTF">2026-04-13T20:48:43Z</dcterms:modified>
</cp:coreProperties>
</file>