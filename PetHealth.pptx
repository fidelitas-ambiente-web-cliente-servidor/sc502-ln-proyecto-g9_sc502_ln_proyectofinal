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82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5BA4E0">
              <a:alpha val="30000"/>
            </a:srgbClr>
          </a:solidFill>
          <a:ln w="12700">
            <a:solidFill>
              <a:srgbClr val="5BA4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5720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411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PetHealth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Preventiva de Salud de Mascotas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36576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•  SC-502 Ambiente Web Cliente/Servidor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Fidelitas — Abril,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Mora C.  •  Axel Segura A.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Edmilson Flores S.  •  Walter Chacón 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1097280"/>
            <a:ext cx="2286000" cy="3474720"/>
          </a:xfrm>
          <a:prstGeom prst="rect">
            <a:avLst/>
          </a:prstGeom>
          <a:solidFill>
            <a:srgbClr val="2E75B6">
              <a:alpha val="60000"/>
            </a:srgbClr>
          </a:solidFill>
          <a:ln w="12700">
            <a:solidFill>
              <a:srgbClr val="5BA4E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1" name="Text 8"/>
          <p:cNvSpPr/>
          <p:nvPr/>
        </p:nvSpPr>
        <p:spPr>
          <a:xfrm>
            <a:off x="6629400" y="1280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27797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29400" y="35295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organizado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dueños dependen de medios informales: notas, memoria o recordatorios dispersos.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2" name="Text 9"/>
          <p:cNvSpPr/>
          <p:nvPr/>
        </p:nvSpPr>
        <p:spPr>
          <a:xfrm>
            <a:off x="33832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💉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4290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Olvidos en vacunación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en vacunas y desparasitación aumentan la vulnerabilidad animal ante enfermedades.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6" name="Shape 13"/>
          <p:cNvSpPr/>
          <p:nvPr/>
        </p:nvSpPr>
        <p:spPr>
          <a:xfrm>
            <a:off x="6217920" y="1188720"/>
            <a:ext cx="27432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7" name="Text 14"/>
          <p:cNvSpPr/>
          <p:nvPr/>
        </p:nvSpPr>
        <p:spPr>
          <a:xfrm>
            <a:off x="630936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3550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preventivas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2743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actuales actúan cuando el problema ya ocurrió, no antes.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principalmente a dueños primerizos, pero también a propietarios con experiencia a nivel nacional e internacional.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La Solución: PetHealth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para gestionar de forma organizada la salud preventiva de las mascotas: vacunas, desparasitación y citas veterinarias.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624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seguro de login y registro con validación de datos.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1488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2221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mascotas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6243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nombre, especie, raza, edad, peso y observaciones.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salud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0416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vacunas, desparasitaciones y citas veterinarias.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5661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4892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40416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para eventos próximos o vencidos.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201168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las pantallas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1965960" cy="20116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2487168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78608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78608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y estilos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08576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5" name="Shape 13"/>
          <p:cNvSpPr/>
          <p:nvPr/>
        </p:nvSpPr>
        <p:spPr>
          <a:xfrm>
            <a:off x="4608576" y="1188720"/>
            <a:ext cx="1965960" cy="2011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4608576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00016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0016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 y lógica del cliente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9984" y="118872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0" name="Shape 18"/>
          <p:cNvSpPr/>
          <p:nvPr/>
        </p:nvSpPr>
        <p:spPr>
          <a:xfrm>
            <a:off x="6729984" y="1188720"/>
            <a:ext cx="1965960" cy="201168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6729984" y="14630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🅱️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21424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21424" y="2834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UI y diseño responsive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Módulos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640080" y="1636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index.html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y punto de entrada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Auth/ login &amp; registro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4048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usuarios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64008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PanelAdmin/dashboard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953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control principal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64008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Mascotas/mascotas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502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mascotas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3" name="Text 21"/>
          <p:cNvSpPr/>
          <p:nvPr/>
        </p:nvSpPr>
        <p:spPr>
          <a:xfrm>
            <a:off x="640080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Eventos/eventos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050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salud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54864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7" name="Text 25"/>
          <p:cNvSpPr/>
          <p:nvPr/>
        </p:nvSpPr>
        <p:spPr>
          <a:xfrm>
            <a:off x="640080" y="4379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Reportes/reportes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5994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historial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6002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31" name="Shape 29"/>
          <p:cNvSpPr/>
          <p:nvPr/>
        </p:nvSpPr>
        <p:spPr>
          <a:xfrm>
            <a:off x="4754880" y="160020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2" name="Text 30"/>
          <p:cNvSpPr/>
          <p:nvPr/>
        </p:nvSpPr>
        <p:spPr>
          <a:xfrm>
            <a:off x="48920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utils.js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compartidas: validación, alertas, sesión, fechas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3774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35" name="Shape 33"/>
          <p:cNvSpPr/>
          <p:nvPr/>
        </p:nvSpPr>
        <p:spPr>
          <a:xfrm>
            <a:off x="4754880" y="237744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6" name="Text 34"/>
          <p:cNvSpPr/>
          <p:nvPr/>
        </p:nvSpPr>
        <p:spPr>
          <a:xfrm>
            <a:off x="48920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auth.js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2715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registro y persistencia de usuarios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39" name="Shape 37"/>
          <p:cNvSpPr/>
          <p:nvPr/>
        </p:nvSpPr>
        <p:spPr>
          <a:xfrm>
            <a:off x="4754880" y="315468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0" name="Text 38"/>
          <p:cNvSpPr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mascotas.js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9204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mascotas con localStorage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9319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43" name="Shape 41"/>
          <p:cNvSpPr/>
          <p:nvPr/>
        </p:nvSpPr>
        <p:spPr>
          <a:xfrm>
            <a:off x="4754880" y="3931920"/>
            <a:ext cx="54864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4" name="Text 42"/>
          <p:cNvSpPr/>
          <p:nvPr/>
        </p:nvSpPr>
        <p:spPr>
          <a:xfrm>
            <a:off x="489204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eventos.js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92040" y="4270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clasificación automática de eventos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Diseño de Base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usuarios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id_usuario (PK INT)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nombre VARCHAR(100)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correo VARCHAR(150)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contraseña VARCHAR(255)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fecha_registro DATETIME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114800" cy="384048"/>
          </a:xfrm>
          <a:prstGeom prst="rect">
            <a:avLst/>
          </a:prstGeom>
          <a:solidFill>
            <a:srgbClr val="5BA4E0"/>
          </a:solidFill>
          <a:ln w="12700">
            <a:solidFill>
              <a:srgbClr val="5BA4E0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Text 12"/>
          <p:cNvSpPr/>
          <p:nvPr/>
        </p:nvSpPr>
        <p:spPr>
          <a:xfrm>
            <a:off x="480060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mascotas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id_mascota (PK INT)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id_usuario (FK)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nombre VARCHAR(80)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258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especie, raza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459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edad INT, peso DECIMAL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660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observaciones 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11480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eventos_salud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id_evento (PK INT)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id_mascota (FK)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tipo_evento VARCHAR(80)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 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descripcion TEXT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estado VARCHAR(20)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4114800" cy="38404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2" name="Text 30"/>
          <p:cNvSpPr/>
          <p:nvPr/>
        </p:nvSpPr>
        <p:spPr>
          <a:xfrm>
            <a:off x="480060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recordatorios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id_recordatorio (PK INT)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id_evento (FK)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977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fecha_alerta DATETIME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178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mensaje VARCHAR(255)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enviado TINYINT(1)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usuarios 1:N mascotas  •  mascotas 1:N eventos_salud  •  eventos_salud 1:N recordatorios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Funcionalidades Implementadas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con validación de correo, contraseña y verificación de duplicados.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mascotas (CRUD)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6184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visualizar y eliminar mascotas con datos completos y persistencia en localStorage.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eventos de salud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98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vacunas, desparasitaciones y citas con clasificación automática de estado.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1" name="Text 19"/>
          <p:cNvSpPr/>
          <p:nvPr/>
        </p:nvSpPr>
        <p:spPr>
          <a:xfrm>
            <a:off x="4709160" y="2743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por color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898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visuales: 🟢 Al día, 🟡 Próximo (≤30 días), 🔴 Vencido — calculados automáticamente.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6" name="Text 24"/>
          <p:cNvSpPr/>
          <p:nvPr/>
        </p:nvSpPr>
        <p:spPr>
          <a:xfrm>
            <a:off x="365760" y="4023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centralizado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resumen con contadores dinámicos y últimos 5 eventos al iniciar sesión.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R"/>
          </a:p>
        </p:txBody>
      </p:sp>
      <p:sp>
        <p:nvSpPr>
          <p:cNvPr id="30" name="Shape 28"/>
          <p:cNvSpPr/>
          <p:nvPr/>
        </p:nvSpPr>
        <p:spPr>
          <a:xfrm>
            <a:off x="4709160" y="3703320"/>
            <a:ext cx="640080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1" name="Text 29"/>
          <p:cNvSpPr/>
          <p:nvPr/>
        </p:nvSpPr>
        <p:spPr>
          <a:xfrm>
            <a:off x="4709160" y="4023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salud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cronológica de todos los eventos por mascota con modal interactivo.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PetHealth vs. Soluciones Existentes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75320" cy="33284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🐾 PetHealth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PetDesk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Pet First Aid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Control directo del propietario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Registro personalizado por mascota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Alertas automáticas de vencimiento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Sin registro institucional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Sin costo de suscripción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4A7A"/>
                          </a:solidFill>
                        </a:rPr>
                        <a:t>Diseño responsive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8A745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Conclusiones y Mejoras Futuras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funcional sin dependencia de frameworks de lógica.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de responsabilidades entre módulos JS.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5" name="Text 13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898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 adaptada a móvil y escritorio.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10712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automáticas por estado de fecha.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2" name="Shape 20"/>
          <p:cNvSpPr/>
          <p:nvPr/>
        </p:nvSpPr>
        <p:spPr>
          <a:xfrm>
            <a:off x="457200" y="4133088"/>
            <a:ext cx="292608" cy="29260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23" name="Text 21"/>
          <p:cNvSpPr/>
          <p:nvPr/>
        </p:nvSpPr>
        <p:spPr>
          <a:xfrm>
            <a:off x="4572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1056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documentado en GitHub.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865376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0" name="Text 28"/>
          <p:cNvSpPr/>
          <p:nvPr/>
        </p:nvSpPr>
        <p:spPr>
          <a:xfrm>
            <a:off x="4892040" y="19385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94960" y="1975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correo electrónico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468880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3" name="Text 31"/>
          <p:cNvSpPr/>
          <p:nvPr/>
        </p:nvSpPr>
        <p:spPr>
          <a:xfrm>
            <a:off x="4892040" y="25420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2578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al dispositivo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6" name="Text 34"/>
          <p:cNvSpPr/>
          <p:nvPr/>
        </p:nvSpPr>
        <p:spPr>
          <a:xfrm>
            <a:off x="489204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94960" y="31821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encriptadas con bcrypt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67588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D899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9" name="Text 37"/>
          <p:cNvSpPr/>
          <p:nvPr/>
        </p:nvSpPr>
        <p:spPr>
          <a:xfrm>
            <a:off x="4892040" y="3749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94960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perfil para cada mascota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5BA4E0">
              <a:alpha val="35000"/>
            </a:srgbClr>
          </a:solidFill>
          <a:ln w="12700">
            <a:solidFill>
              <a:srgbClr val="5BA4E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🐾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PetHealth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el bienestar de tu mascota no debería depender de la memoria.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CR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</a:t>
            </a:r>
            <a:r>
              <a:rPr lang="en-US" sz="1100" i="1" dirty="0" err="1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Fidélitas</a:t>
            </a:r>
            <a:r>
              <a:rPr lang="en-US" sz="1100" i="1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781</Words>
  <Application>Microsoft Office PowerPoint</Application>
  <PresentationFormat>Presentación en pantalla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PetHealth - Gestión Preventiva de Salud de Mascotas</dc:title>
  <dc:subject>PptxGenJS Presentation</dc:subject>
  <dc:creator>PptxGenJS</dc:creator>
  <cp:lastModifiedBy>MORA CORDERO  FABIAN ALBERTO</cp:lastModifiedBy>
  <cp:revision>2</cp:revision>
  <dcterms:created xsi:type="dcterms:W3CDTF">2026-04-13T20:48:43Z</dcterms:created>
  <dcterms:modified xsi:type="dcterms:W3CDTF">2026-04-13T23:46:09Z</dcterms:modified>
</cp:coreProperties>
</file>